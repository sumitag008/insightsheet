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Excel Data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B5CF6"/>
                </a:solidFill>
              </a:defRPr>
            </a:pPr>
            <a:r>
              <a:t>Ch_01_ChartEssentials_test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Generated by InsightSheet-lite</a:t>
            </a:r>
          </a:p>
          <a:p>
            <a:r>
              <a:t>2026-04-06 12:45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DataSelection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14 rows • 11 columns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DataSelection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World-wide Sales - Millions of Dollars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0.33064516129032256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0.2120967741935484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0.2971774193548387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0.16008064516129034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ChartData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8 rows • 11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ChartData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Sports Division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World-wide Sales - Millions of Dollars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0.33052631578947367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0.21473684210526317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0.29894736842105263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0.15578947368421053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ColumnChart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8 rows • 11 columns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ColumnChart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Taylor Associates Home Products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World-wide Sales - Millions of Dollars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0.33052631578947367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0.21473684210526317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0.29894736842105263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0.15578947368421053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Line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30 rows • 14 columns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Line 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182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1592398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Home Product Sales - January 2018 - June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1597197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1666080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2484340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2669994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5081937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3360840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2018-08-01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6989238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2018-09-01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7729650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2018-10-01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6038549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2018-11-01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5484312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2018-12-01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8551452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8238174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8831025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6924096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13085376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8230572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12352014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8246180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2019-08-01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12531645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PieChart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7 rows • 11 columns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PieChart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World-wide Sales - Millions of Dollars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0.33052631578947367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0.21473684210526317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0.29894736842105263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0.15578947368421053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BarChart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8 rows • 11 columns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BarChart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Sports Division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World-wide Sales - Millions of Dollars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0.33052631578947367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0.21473684210526317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0.29894736842105263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0.15578947368421053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AreaChart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30 rows • 14 columns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AreaChart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182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1591172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Home Product Sales - January 2014 - June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1595590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1664153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2482664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2668282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5080792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3359132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2014-08-01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6987794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2014-09-01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7728080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2014-10-01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6036958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2014-11-01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5483065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2014-12-01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8549949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8236602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8829099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6922595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13083902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8229279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12350562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8244997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2015-08-01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12530449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Scatter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99 rows • 13 columns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Scatter 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182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10K Race Results - 99 Participants - Age vs Time Comparison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00:45:49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00:47:33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0.0798611111111111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00:47:50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0.03125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00:48:35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0.006944444444444444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00:50:02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00:50:27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00:50:35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00:51:36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00:53:20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00:53:42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00:53:48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00:53:50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00:54:32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00:54:52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00:55:37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00:56:15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12 rows • 3 columns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Combo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29542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Miles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MPG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24.5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22.3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25.9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37.1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21.5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15.5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25.5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</a:t>
                      </a:r>
                    </a:p>
                  </a:txBody>
                  <a:tcPr/>
                </a:tc>
              </a:tr>
              <a:tr h="29542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26.4</a:t>
                      </a:r>
                    </a:p>
                  </a:txBody>
                  <a:tcPr/>
                </a:tc>
              </a:tr>
              <a:tr h="2954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TreeMap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33 rows • 3 columns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TreeMap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182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990708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1488549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428420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252009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Executive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425155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Executive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215371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Executive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42861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Executive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90194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375989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1006681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264615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2402201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4079383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593051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628511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315705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1073859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603057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Peptide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384636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Peptide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350899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Sunburst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29 rows • 3 columns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Sunburst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182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990708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375989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2402201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315705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Peptide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384636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Process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385199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Quality 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579079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Quality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1661631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1488549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1006681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4079383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1073859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Peptide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350899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Process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1204283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Quality 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2382635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Quality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2310852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428420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264615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593051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603057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YearData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15 rows • 25 columns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YearData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  <a:gridCol w="841247"/>
              </a:tblGrid>
              <a:tr h="2400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World-wide Sales - Millions of Dollars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Column9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0.4046997389033943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0.25046624393882877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0.34483401715777695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CitySales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0 charts • 9 rows • 9 columns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CitySales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7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719"/>
                <a:gridCol w="934719"/>
                <a:gridCol w="934719"/>
                <a:gridCol w="934719"/>
                <a:gridCol w="934719"/>
                <a:gridCol w="934719"/>
                <a:gridCol w="934719"/>
                <a:gridCol w="934719"/>
                <a:gridCol w="934719"/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Sales First Quarter - by Item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Column7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Column8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Item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Houston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Denver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Couches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Side Chairs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64244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Dining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53910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Dining Chairs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79353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63273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53314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Living Room Chairs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Coffee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Meldra</dc:creator>
  <cp:keywords/>
  <dc:description>generated using python-pptx</dc:description>
  <cp:lastModifiedBy>Meldra</cp:lastModifiedBy>
  <cp:revision>1</cp:revision>
  <dcterms:created xsi:type="dcterms:W3CDTF">2026-04-06T11:45:49Z</dcterms:created>
  <dcterms:modified xsi:type="dcterms:W3CDTF">2026-04-06T11:45:49Z</dcterms:modified>
  <cp:category/>
</cp:coreProperties>
</file>