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82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Domestic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86</c:v>
                </c:pt>
                <c:pt idx="1">
                  <c:v>138</c:v>
                </c:pt>
                <c:pt idx="2">
                  <c:v>127</c:v>
                </c:pt>
                <c:pt idx="3">
                  <c:v>131</c:v>
                </c:pt>
                <c:pt idx="4">
                  <c:v>149</c:v>
                </c:pt>
                <c:pt idx="5">
                  <c:v>189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A80-4387-B7A9-B1527863415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Europe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63</c:v>
                </c:pt>
                <c:pt idx="1">
                  <c:v>84</c:v>
                </c:pt>
                <c:pt idx="2">
                  <c:v>81</c:v>
                </c:pt>
                <c:pt idx="3">
                  <c:v>101</c:v>
                </c:pt>
                <c:pt idx="4">
                  <c:v>95</c:v>
                </c:pt>
                <c:pt idx="5">
                  <c:v>102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A80-4387-B7A9-B1527863415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Asia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119</c:v>
                </c:pt>
                <c:pt idx="1">
                  <c:v>122</c:v>
                </c:pt>
                <c:pt idx="2">
                  <c:v>115</c:v>
                </c:pt>
                <c:pt idx="3">
                  <c:v>126</c:v>
                </c:pt>
                <c:pt idx="4">
                  <c:v>124</c:v>
                </c:pt>
                <c:pt idx="5">
                  <c:v>131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A80-4387-B7A9-B1527863415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Latin America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43</c:v>
                </c:pt>
                <c:pt idx="1">
                  <c:v>65</c:v>
                </c:pt>
                <c:pt idx="2">
                  <c:v>78</c:v>
                </c:pt>
                <c:pt idx="3">
                  <c:v>62</c:v>
                </c:pt>
                <c:pt idx="4">
                  <c:v>67</c:v>
                </c:pt>
                <c:pt idx="5">
                  <c:v>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A80-4387-B7A9-B152786341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t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Domestic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</c:v>
                </c:pt>
                <c:pt idx="1">
                  <c:v>130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45C-4ABB-89C2-B201733947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Europe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60</c:v>
                </c:pt>
                <c:pt idx="1">
                  <c:v>80</c:v>
                </c:pt>
                <c:pt idx="2">
                  <c:v>80</c:v>
                </c:pt>
                <c:pt idx="3">
                  <c:v>100</c:v>
                </c:pt>
                <c:pt idx="4">
                  <c:v>90</c:v>
                </c:pt>
                <c:pt idx="5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45C-4ABB-89C2-B201733947B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Asia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110</c:v>
                </c:pt>
                <c:pt idx="1">
                  <c:v>120</c:v>
                </c:pt>
                <c:pt idx="2">
                  <c:v>110</c:v>
                </c:pt>
                <c:pt idx="3">
                  <c:v>120</c:v>
                </c:pt>
                <c:pt idx="4">
                  <c:v>120</c:v>
                </c:pt>
                <c:pt idx="5">
                  <c:v>130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45C-4ABB-89C2-B201733947B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Latin America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40</c:v>
                </c:pt>
                <c:pt idx="1">
                  <c:v>60</c:v>
                </c:pt>
                <c:pt idx="2">
                  <c:v>70</c:v>
                </c:pt>
                <c:pt idx="3">
                  <c:v>60</c:v>
                </c:pt>
                <c:pt idx="4">
                  <c:v>60</c:v>
                </c:pt>
                <c:pt idx="5">
                  <c:v>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45C-4ABB-89C2-B201733947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t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Domestic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</c:v>
                </c:pt>
                <c:pt idx="1">
                  <c:v>130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51-4067-BB92-C2C0C53CDC9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Europe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60</c:v>
                </c:pt>
                <c:pt idx="1">
                  <c:v>80</c:v>
                </c:pt>
                <c:pt idx="2">
                  <c:v>80</c:v>
                </c:pt>
                <c:pt idx="3">
                  <c:v>100</c:v>
                </c:pt>
                <c:pt idx="4">
                  <c:v>90</c:v>
                </c:pt>
                <c:pt idx="5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351-4067-BB92-C2C0C53CDC9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Asia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110</c:v>
                </c:pt>
                <c:pt idx="1">
                  <c:v>120</c:v>
                </c:pt>
                <c:pt idx="2">
                  <c:v>110</c:v>
                </c:pt>
                <c:pt idx="3">
                  <c:v>120</c:v>
                </c:pt>
                <c:pt idx="4">
                  <c:v>120</c:v>
                </c:pt>
                <c:pt idx="5">
                  <c:v>130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351-4067-BB92-C2C0C53CDC9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Latin America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40</c:v>
                </c:pt>
                <c:pt idx="1">
                  <c:v>60</c:v>
                </c:pt>
                <c:pt idx="2">
                  <c:v>70</c:v>
                </c:pt>
                <c:pt idx="3">
                  <c:v>60</c:v>
                </c:pt>
                <c:pt idx="4">
                  <c:v>60</c:v>
                </c:pt>
                <c:pt idx="5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351-4067-BB92-C2C0C53CDC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r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Domestic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</c:v>
                </c:pt>
                <c:pt idx="1">
                  <c:v>130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C9-4080-8089-148E76ABEC5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Europe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60</c:v>
                </c:pt>
                <c:pt idx="1">
                  <c:v>80</c:v>
                </c:pt>
                <c:pt idx="2">
                  <c:v>80</c:v>
                </c:pt>
                <c:pt idx="3">
                  <c:v>100</c:v>
                </c:pt>
                <c:pt idx="4">
                  <c:v>90</c:v>
                </c:pt>
                <c:pt idx="5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DC9-4080-8089-148E76ABEC5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Asia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110</c:v>
                </c:pt>
                <c:pt idx="1">
                  <c:v>120</c:v>
                </c:pt>
                <c:pt idx="2">
                  <c:v>110</c:v>
                </c:pt>
                <c:pt idx="3">
                  <c:v>120</c:v>
                </c:pt>
                <c:pt idx="4">
                  <c:v>120</c:v>
                </c:pt>
                <c:pt idx="5">
                  <c:v>130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DC9-4080-8089-148E76ABEC5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Latin America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40</c:v>
                </c:pt>
                <c:pt idx="1">
                  <c:v>60</c:v>
                </c:pt>
                <c:pt idx="2">
                  <c:v>70</c:v>
                </c:pt>
                <c:pt idx="3">
                  <c:v>60</c:v>
                </c:pt>
                <c:pt idx="4">
                  <c:v>60</c:v>
                </c:pt>
                <c:pt idx="5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DC9-4080-8089-148E76ABEC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r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Domestic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</c:v>
                </c:pt>
                <c:pt idx="1">
                  <c:v>130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D2-45A6-A07A-19B9C45A50A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Europe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60</c:v>
                </c:pt>
                <c:pt idx="1">
                  <c:v>80</c:v>
                </c:pt>
                <c:pt idx="2">
                  <c:v>80</c:v>
                </c:pt>
                <c:pt idx="3">
                  <c:v>100</c:v>
                </c:pt>
                <c:pt idx="4">
                  <c:v>90</c:v>
                </c:pt>
                <c:pt idx="5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ED2-45A6-A07A-19B9C45A50A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Asia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110</c:v>
                </c:pt>
                <c:pt idx="1">
                  <c:v>120</c:v>
                </c:pt>
                <c:pt idx="2">
                  <c:v>110</c:v>
                </c:pt>
                <c:pt idx="3">
                  <c:v>120</c:v>
                </c:pt>
                <c:pt idx="4">
                  <c:v>120</c:v>
                </c:pt>
                <c:pt idx="5">
                  <c:v>130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ED2-45A6-A07A-19B9C45A50A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Latin America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40</c:v>
                </c:pt>
                <c:pt idx="1">
                  <c:v>60</c:v>
                </c:pt>
                <c:pt idx="2">
                  <c:v>70</c:v>
                </c:pt>
                <c:pt idx="3">
                  <c:v>60</c:v>
                </c:pt>
                <c:pt idx="4">
                  <c:v>60</c:v>
                </c:pt>
                <c:pt idx="5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ED2-45A6-A07A-19B9C45A50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r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Domestic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</c:v>
                </c:pt>
                <c:pt idx="1">
                  <c:v>130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50A-40A6-A413-5D3DE467AD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Europe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60</c:v>
                </c:pt>
                <c:pt idx="1">
                  <c:v>80</c:v>
                </c:pt>
                <c:pt idx="2">
                  <c:v>80</c:v>
                </c:pt>
                <c:pt idx="3">
                  <c:v>100</c:v>
                </c:pt>
                <c:pt idx="4">
                  <c:v>90</c:v>
                </c:pt>
                <c:pt idx="5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50A-40A6-A413-5D3DE467AD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Asia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110</c:v>
                </c:pt>
                <c:pt idx="1">
                  <c:v>120</c:v>
                </c:pt>
                <c:pt idx="2">
                  <c:v>110</c:v>
                </c:pt>
                <c:pt idx="3">
                  <c:v>120</c:v>
                </c:pt>
                <c:pt idx="4">
                  <c:v>120</c:v>
                </c:pt>
                <c:pt idx="5">
                  <c:v>130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50A-40A6-A413-5D3DE467AD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Latin America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40</c:v>
                </c:pt>
                <c:pt idx="1">
                  <c:v>60</c:v>
                </c:pt>
                <c:pt idx="2">
                  <c:v>70</c:v>
                </c:pt>
                <c:pt idx="3">
                  <c:v>60</c:v>
                </c:pt>
                <c:pt idx="4">
                  <c:v>60</c:v>
                </c:pt>
                <c:pt idx="5">
                  <c:v>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50A-40A6-A413-5D3DE467AD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t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Domestic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</c:v>
                </c:pt>
                <c:pt idx="1">
                  <c:v>130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A9-4B0C-BA6F-C8D0BA2FE0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tr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Domestic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</c:v>
                </c:pt>
                <c:pt idx="1">
                  <c:v>130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E34-417F-977C-B7B2FF5D284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Europe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60</c:v>
                </c:pt>
                <c:pt idx="1">
                  <c:v>80</c:v>
                </c:pt>
                <c:pt idx="2">
                  <c:v>80</c:v>
                </c:pt>
                <c:pt idx="3">
                  <c:v>100</c:v>
                </c:pt>
                <c:pt idx="4">
                  <c:v>90</c:v>
                </c:pt>
                <c:pt idx="5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E34-417F-977C-B7B2FF5D284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Asia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110</c:v>
                </c:pt>
                <c:pt idx="1">
                  <c:v>120</c:v>
                </c:pt>
                <c:pt idx="2">
                  <c:v>110</c:v>
                </c:pt>
                <c:pt idx="3">
                  <c:v>120</c:v>
                </c:pt>
                <c:pt idx="4">
                  <c:v>120</c:v>
                </c:pt>
                <c:pt idx="5">
                  <c:v>130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E34-417F-977C-B7B2FF5D284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Latin America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40</c:v>
                </c:pt>
                <c:pt idx="1">
                  <c:v>60</c:v>
                </c:pt>
                <c:pt idx="2">
                  <c:v>70</c:v>
                </c:pt>
                <c:pt idx="3">
                  <c:v>60</c:v>
                </c:pt>
                <c:pt idx="4">
                  <c:v>60</c:v>
                </c:pt>
                <c:pt idx="5">
                  <c:v>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E34-417F-977C-B7B2FF5D28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t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Domestic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</c:v>
                </c:pt>
                <c:pt idx="1">
                  <c:v>130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3E-433F-88C6-2CF1F08917D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Europe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60</c:v>
                </c:pt>
                <c:pt idx="1">
                  <c:v>80</c:v>
                </c:pt>
                <c:pt idx="2">
                  <c:v>80</c:v>
                </c:pt>
                <c:pt idx="3">
                  <c:v>100</c:v>
                </c:pt>
                <c:pt idx="4">
                  <c:v>90</c:v>
                </c:pt>
                <c:pt idx="5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53E-433F-88C6-2CF1F08917D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Asia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110</c:v>
                </c:pt>
                <c:pt idx="1">
                  <c:v>120</c:v>
                </c:pt>
                <c:pt idx="2">
                  <c:v>110</c:v>
                </c:pt>
                <c:pt idx="3">
                  <c:v>120</c:v>
                </c:pt>
                <c:pt idx="4">
                  <c:v>120</c:v>
                </c:pt>
                <c:pt idx="5">
                  <c:v>130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53E-433F-88C6-2CF1F08917D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Latin America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40</c:v>
                </c:pt>
                <c:pt idx="1">
                  <c:v>60</c:v>
                </c:pt>
                <c:pt idx="2">
                  <c:v>70</c:v>
                </c:pt>
                <c:pt idx="3">
                  <c:v>60</c:v>
                </c:pt>
                <c:pt idx="4">
                  <c:v>60</c:v>
                </c:pt>
                <c:pt idx="5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53E-433F-88C6-2CF1F08917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r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Domestic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</c:v>
                </c:pt>
                <c:pt idx="1">
                  <c:v>130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80-481E-87E9-E2F9CD7251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Europe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60</c:v>
                </c:pt>
                <c:pt idx="1">
                  <c:v>80</c:v>
                </c:pt>
                <c:pt idx="2">
                  <c:v>80</c:v>
                </c:pt>
                <c:pt idx="3">
                  <c:v>100</c:v>
                </c:pt>
                <c:pt idx="4">
                  <c:v>90</c:v>
                </c:pt>
                <c:pt idx="5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F80-481E-87E9-E2F9CD7251D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Asia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110</c:v>
                </c:pt>
                <c:pt idx="1">
                  <c:v>120</c:v>
                </c:pt>
                <c:pt idx="2">
                  <c:v>110</c:v>
                </c:pt>
                <c:pt idx="3">
                  <c:v>120</c:v>
                </c:pt>
                <c:pt idx="4">
                  <c:v>120</c:v>
                </c:pt>
                <c:pt idx="5">
                  <c:v>130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F80-481E-87E9-E2F9CD7251D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Latin America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40</c:v>
                </c:pt>
                <c:pt idx="1">
                  <c:v>60</c:v>
                </c:pt>
                <c:pt idx="2">
                  <c:v>70</c:v>
                </c:pt>
                <c:pt idx="3">
                  <c:v>60</c:v>
                </c:pt>
                <c:pt idx="4">
                  <c:v>60</c:v>
                </c:pt>
                <c:pt idx="5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F80-481E-87E9-E2F9CD7251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r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Domestic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</c:v>
                </c:pt>
                <c:pt idx="1">
                  <c:v>130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D2-48EB-9FD9-D7E56E3C58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Europe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60</c:v>
                </c:pt>
                <c:pt idx="1">
                  <c:v>80</c:v>
                </c:pt>
                <c:pt idx="2">
                  <c:v>80</c:v>
                </c:pt>
                <c:pt idx="3">
                  <c:v>100</c:v>
                </c:pt>
                <c:pt idx="4">
                  <c:v>90</c:v>
                </c:pt>
                <c:pt idx="5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ED2-48EB-9FD9-D7E56E3C58F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Asia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110</c:v>
                </c:pt>
                <c:pt idx="1">
                  <c:v>120</c:v>
                </c:pt>
                <c:pt idx="2">
                  <c:v>110</c:v>
                </c:pt>
                <c:pt idx="3">
                  <c:v>120</c:v>
                </c:pt>
                <c:pt idx="4">
                  <c:v>120</c:v>
                </c:pt>
                <c:pt idx="5">
                  <c:v>130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ED2-48EB-9FD9-D7E56E3C58F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Latin America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40</c:v>
                </c:pt>
                <c:pt idx="1">
                  <c:v>60</c:v>
                </c:pt>
                <c:pt idx="2">
                  <c:v>70</c:v>
                </c:pt>
                <c:pt idx="3">
                  <c:v>60</c:v>
                </c:pt>
                <c:pt idx="4">
                  <c:v>60</c:v>
                </c:pt>
                <c:pt idx="5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ED2-48EB-9FD9-D7E56E3C58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r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Miles</c:v>
                </c:pt>
              </c:strCache>
            </c:strRef>
          </c:tx>
          <c:invertIfNegative val="1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8670</c:v>
                </c:pt>
                <c:pt idx="1">
                  <c:v>6396</c:v>
                </c:pt>
                <c:pt idx="2">
                  <c:v>8304</c:v>
                </c:pt>
                <c:pt idx="3">
                  <c:v>4797</c:v>
                </c:pt>
                <c:pt idx="4">
                  <c:v>8826</c:v>
                </c:pt>
                <c:pt idx="5">
                  <c:v>6675</c:v>
                </c:pt>
                <c:pt idx="6">
                  <c:v>8616</c:v>
                </c:pt>
                <c:pt idx="7">
                  <c:v>7512</c:v>
                </c:pt>
                <c:pt idx="8">
                  <c:v>5001</c:v>
                </c:pt>
                <c:pt idx="9">
                  <c:v>5718</c:v>
                </c:pt>
                <c:pt idx="10">
                  <c:v>5226</c:v>
                </c:pt>
                <c:pt idx="11">
                  <c:v>5943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BE-4A92-888F-62CD6EBBD4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r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Domestic</c:v>
                </c:pt>
              </c:strCache>
            </c:strRef>
          </c:tx>
          <c:invertIfNegative val="1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88</c:v>
                </c:pt>
                <c:pt idx="1">
                  <c:v>145</c:v>
                </c:pt>
                <c:pt idx="2">
                  <c:v>132</c:v>
                </c:pt>
                <c:pt idx="3">
                  <c:v>136</c:v>
                </c:pt>
                <c:pt idx="4">
                  <c:v>142</c:v>
                </c:pt>
                <c:pt idx="5">
                  <c:v>179</c:v>
                </c:pt>
                <c:pt idx="6">
                  <c:v>194</c:v>
                </c:pt>
                <c:pt idx="7">
                  <c:v>215</c:v>
                </c:pt>
                <c:pt idx="8">
                  <c:v>162</c:v>
                </c:pt>
                <c:pt idx="9">
                  <c:v>213</c:v>
                </c:pt>
                <c:pt idx="10">
                  <c:v>256</c:v>
                </c:pt>
                <c:pt idx="11">
                  <c:v>308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5C-4D30-A5F9-453C433CA75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Europe</c:v>
                </c:pt>
              </c:strCache>
            </c:strRef>
          </c:tx>
          <c:invertIfNegative val="1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66</c:v>
                </c:pt>
                <c:pt idx="1">
                  <c:v>86</c:v>
                </c:pt>
                <c:pt idx="2">
                  <c:v>81</c:v>
                </c:pt>
                <c:pt idx="3">
                  <c:v>103</c:v>
                </c:pt>
                <c:pt idx="4">
                  <c:v>94</c:v>
                </c:pt>
                <c:pt idx="5">
                  <c:v>108</c:v>
                </c:pt>
                <c:pt idx="6">
                  <c:v>125</c:v>
                </c:pt>
                <c:pt idx="7">
                  <c:v>136</c:v>
                </c:pt>
                <c:pt idx="8">
                  <c:v>144</c:v>
                </c:pt>
                <c:pt idx="9">
                  <c:v>134</c:v>
                </c:pt>
                <c:pt idx="10">
                  <c:v>128</c:v>
                </c:pt>
                <c:pt idx="11">
                  <c:v>138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B5C-4D30-A5F9-453C433CA75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Asia</c:v>
                </c:pt>
              </c:strCache>
            </c:strRef>
          </c:tx>
          <c:invertIfNegative val="1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114</c:v>
                </c:pt>
                <c:pt idx="1">
                  <c:v>122</c:v>
                </c:pt>
                <c:pt idx="2">
                  <c:v>114</c:v>
                </c:pt>
                <c:pt idx="3">
                  <c:v>129</c:v>
                </c:pt>
                <c:pt idx="4">
                  <c:v>142</c:v>
                </c:pt>
                <c:pt idx="5">
                  <c:v>135</c:v>
                </c:pt>
                <c:pt idx="6">
                  <c:v>150</c:v>
                </c:pt>
                <c:pt idx="7">
                  <c:v>166</c:v>
                </c:pt>
                <c:pt idx="8">
                  <c:v>189</c:v>
                </c:pt>
                <c:pt idx="9">
                  <c:v>187</c:v>
                </c:pt>
                <c:pt idx="10">
                  <c:v>193</c:v>
                </c:pt>
                <c:pt idx="11">
                  <c:v>208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B5C-4D30-A5F9-453C433CA7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r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Domestic</c:v>
                </c:pt>
              </c:strCache>
            </c:strRef>
          </c:tx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88</c:v>
                </c:pt>
                <c:pt idx="1">
                  <c:v>145</c:v>
                </c:pt>
                <c:pt idx="2">
                  <c:v>132</c:v>
                </c:pt>
                <c:pt idx="3">
                  <c:v>136</c:v>
                </c:pt>
                <c:pt idx="4">
                  <c:v>142</c:v>
                </c:pt>
                <c:pt idx="5">
                  <c:v>179</c:v>
                </c:pt>
                <c:pt idx="6">
                  <c:v>194</c:v>
                </c:pt>
                <c:pt idx="7">
                  <c:v>215</c:v>
                </c:pt>
                <c:pt idx="8">
                  <c:v>162</c:v>
                </c:pt>
                <c:pt idx="9">
                  <c:v>213</c:v>
                </c:pt>
                <c:pt idx="10">
                  <c:v>256</c:v>
                </c:pt>
                <c:pt idx="11">
                  <c:v>308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265-48ED-AE1C-00C7A0F94FC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Europe</c:v>
                </c:pt>
              </c:strCache>
            </c:strRef>
          </c:tx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66</c:v>
                </c:pt>
                <c:pt idx="1">
                  <c:v>86</c:v>
                </c:pt>
                <c:pt idx="2">
                  <c:v>81</c:v>
                </c:pt>
                <c:pt idx="3">
                  <c:v>103</c:v>
                </c:pt>
                <c:pt idx="4">
                  <c:v>94</c:v>
                </c:pt>
                <c:pt idx="5">
                  <c:v>108</c:v>
                </c:pt>
                <c:pt idx="6">
                  <c:v>125</c:v>
                </c:pt>
                <c:pt idx="7">
                  <c:v>136</c:v>
                </c:pt>
                <c:pt idx="8">
                  <c:v>144</c:v>
                </c:pt>
                <c:pt idx="9">
                  <c:v>134</c:v>
                </c:pt>
                <c:pt idx="10">
                  <c:v>128</c:v>
                </c:pt>
                <c:pt idx="11">
                  <c:v>138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265-48ED-AE1C-00C7A0F94FC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Asia</c:v>
                </c:pt>
              </c:strCache>
            </c:strRef>
          </c:tx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114</c:v>
                </c:pt>
                <c:pt idx="1">
                  <c:v>122</c:v>
                </c:pt>
                <c:pt idx="2">
                  <c:v>114</c:v>
                </c:pt>
                <c:pt idx="3">
                  <c:v>129</c:v>
                </c:pt>
                <c:pt idx="4">
                  <c:v>142</c:v>
                </c:pt>
                <c:pt idx="5">
                  <c:v>135</c:v>
                </c:pt>
                <c:pt idx="6">
                  <c:v>150</c:v>
                </c:pt>
                <c:pt idx="7">
                  <c:v>166</c:v>
                </c:pt>
                <c:pt idx="8">
                  <c:v>189</c:v>
                </c:pt>
                <c:pt idx="9">
                  <c:v>187</c:v>
                </c:pt>
                <c:pt idx="10">
                  <c:v>193</c:v>
                </c:pt>
                <c:pt idx="11">
                  <c:v>208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265-48ED-AE1C-00C7A0F94F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t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Domestic</c:v>
                </c:pt>
              </c:strCache>
            </c:strRef>
          </c:tx>
          <c:invertIfNegative val="1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88</c:v>
                </c:pt>
                <c:pt idx="1">
                  <c:v>145</c:v>
                </c:pt>
                <c:pt idx="2">
                  <c:v>132</c:v>
                </c:pt>
                <c:pt idx="3">
                  <c:v>136</c:v>
                </c:pt>
                <c:pt idx="4">
                  <c:v>142</c:v>
                </c:pt>
                <c:pt idx="5">
                  <c:v>179</c:v>
                </c:pt>
                <c:pt idx="6">
                  <c:v>194</c:v>
                </c:pt>
                <c:pt idx="7">
                  <c:v>215</c:v>
                </c:pt>
                <c:pt idx="8">
                  <c:v>162</c:v>
                </c:pt>
                <c:pt idx="9">
                  <c:v>213</c:v>
                </c:pt>
                <c:pt idx="10">
                  <c:v>256</c:v>
                </c:pt>
                <c:pt idx="11">
                  <c:v>308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1D-444B-B93D-746D8B39120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Europe</c:v>
                </c:pt>
              </c:strCache>
            </c:strRef>
          </c:tx>
          <c:invertIfNegative val="1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66</c:v>
                </c:pt>
                <c:pt idx="1">
                  <c:v>86</c:v>
                </c:pt>
                <c:pt idx="2">
                  <c:v>81</c:v>
                </c:pt>
                <c:pt idx="3">
                  <c:v>103</c:v>
                </c:pt>
                <c:pt idx="4">
                  <c:v>94</c:v>
                </c:pt>
                <c:pt idx="5">
                  <c:v>108</c:v>
                </c:pt>
                <c:pt idx="6">
                  <c:v>125</c:v>
                </c:pt>
                <c:pt idx="7">
                  <c:v>136</c:v>
                </c:pt>
                <c:pt idx="8">
                  <c:v>144</c:v>
                </c:pt>
                <c:pt idx="9">
                  <c:v>134</c:v>
                </c:pt>
                <c:pt idx="10">
                  <c:v>128</c:v>
                </c:pt>
                <c:pt idx="11">
                  <c:v>138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31D-444B-B93D-746D8B39120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Asia</c:v>
                </c:pt>
              </c:strCache>
            </c:strRef>
          </c:tx>
          <c:invertIfNegative val="1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114</c:v>
                </c:pt>
                <c:pt idx="1">
                  <c:v>122</c:v>
                </c:pt>
                <c:pt idx="2">
                  <c:v>114</c:v>
                </c:pt>
                <c:pt idx="3">
                  <c:v>129</c:v>
                </c:pt>
                <c:pt idx="4">
                  <c:v>142</c:v>
                </c:pt>
                <c:pt idx="5">
                  <c:v>135</c:v>
                </c:pt>
                <c:pt idx="6">
                  <c:v>150</c:v>
                </c:pt>
                <c:pt idx="7">
                  <c:v>166</c:v>
                </c:pt>
                <c:pt idx="8">
                  <c:v>189</c:v>
                </c:pt>
                <c:pt idx="9">
                  <c:v>187</c:v>
                </c:pt>
                <c:pt idx="10">
                  <c:v>193</c:v>
                </c:pt>
                <c:pt idx="11">
                  <c:v>208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31D-444B-B93D-746D8B3912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r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Boston</c:v>
                </c:pt>
              </c:strCache>
            </c:strRef>
          </c:tx>
          <c:invertIfNegative val="1"/>
          <c:cat>
            <c:strRef>
              <c:f>Sheet1!$A$2:$A$9</c:f>
              <c:strCache>
                <c:ptCount val="8"/>
                <c:pt idx="0">
                  <c:v>Couches</c:v>
                </c:pt>
                <c:pt idx="1">
                  <c:v>Side Chairs</c:v>
                </c:pt>
                <c:pt idx="2">
                  <c:v>Dining Tables</c:v>
                </c:pt>
                <c:pt idx="3">
                  <c:v>Dining Chairs</c:v>
                </c:pt>
                <c:pt idx="4">
                  <c:v>Beds</c:v>
                </c:pt>
                <c:pt idx="5">
                  <c:v>Desks</c:v>
                </c:pt>
                <c:pt idx="6">
                  <c:v>Living Room Chairs</c:v>
                </c:pt>
                <c:pt idx="7">
                  <c:v>Coffee Tables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50559</c:v>
                </c:pt>
                <c:pt idx="1">
                  <c:v>39758</c:v>
                </c:pt>
                <c:pt idx="2">
                  <c:v>82217</c:v>
                </c:pt>
                <c:pt idx="3">
                  <c:v>57714</c:v>
                </c:pt>
                <c:pt idx="4">
                  <c:v>48845</c:v>
                </c:pt>
                <c:pt idx="5">
                  <c:v>42815</c:v>
                </c:pt>
                <c:pt idx="6">
                  <c:v>44270</c:v>
                </c:pt>
                <c:pt idx="7">
                  <c:v>59937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40-4DB8-BF3A-A90F314AF5D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New York</c:v>
                </c:pt>
              </c:strCache>
            </c:strRef>
          </c:tx>
          <c:invertIfNegative val="1"/>
          <c:cat>
            <c:strRef>
              <c:f>Sheet1!$A$2:$A$9</c:f>
              <c:strCache>
                <c:ptCount val="8"/>
                <c:pt idx="0">
                  <c:v>Couches</c:v>
                </c:pt>
                <c:pt idx="1">
                  <c:v>Side Chairs</c:v>
                </c:pt>
                <c:pt idx="2">
                  <c:v>Dining Tables</c:v>
                </c:pt>
                <c:pt idx="3">
                  <c:v>Dining Chairs</c:v>
                </c:pt>
                <c:pt idx="4">
                  <c:v>Beds</c:v>
                </c:pt>
                <c:pt idx="5">
                  <c:v>Desks</c:v>
                </c:pt>
                <c:pt idx="6">
                  <c:v>Living Room Chairs</c:v>
                </c:pt>
                <c:pt idx="7">
                  <c:v>Coffee Tables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32050</c:v>
                </c:pt>
                <c:pt idx="1">
                  <c:v>48144</c:v>
                </c:pt>
                <c:pt idx="2">
                  <c:v>77194</c:v>
                </c:pt>
                <c:pt idx="3">
                  <c:v>60781</c:v>
                </c:pt>
                <c:pt idx="4">
                  <c:v>55733</c:v>
                </c:pt>
                <c:pt idx="5">
                  <c:v>48405</c:v>
                </c:pt>
                <c:pt idx="6">
                  <c:v>35999</c:v>
                </c:pt>
                <c:pt idx="7">
                  <c:v>35476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540-4DB8-BF3A-A90F314AF5D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Chicago</c:v>
                </c:pt>
              </c:strCache>
            </c:strRef>
          </c:tx>
          <c:invertIfNegative val="1"/>
          <c:cat>
            <c:strRef>
              <c:f>Sheet1!$A$2:$A$9</c:f>
              <c:strCache>
                <c:ptCount val="8"/>
                <c:pt idx="0">
                  <c:v>Couches</c:v>
                </c:pt>
                <c:pt idx="1">
                  <c:v>Side Chairs</c:v>
                </c:pt>
                <c:pt idx="2">
                  <c:v>Dining Tables</c:v>
                </c:pt>
                <c:pt idx="3">
                  <c:v>Dining Chairs</c:v>
                </c:pt>
                <c:pt idx="4">
                  <c:v>Beds</c:v>
                </c:pt>
                <c:pt idx="5">
                  <c:v>Desks</c:v>
                </c:pt>
                <c:pt idx="6">
                  <c:v>Living Room Chairs</c:v>
                </c:pt>
                <c:pt idx="7">
                  <c:v>Coffee Tables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41185</c:v>
                </c:pt>
                <c:pt idx="1">
                  <c:v>57530</c:v>
                </c:pt>
                <c:pt idx="2">
                  <c:v>57263</c:v>
                </c:pt>
                <c:pt idx="3">
                  <c:v>65965</c:v>
                </c:pt>
                <c:pt idx="4">
                  <c:v>52822</c:v>
                </c:pt>
                <c:pt idx="5">
                  <c:v>33410</c:v>
                </c:pt>
                <c:pt idx="6">
                  <c:v>38020</c:v>
                </c:pt>
                <c:pt idx="7">
                  <c:v>69535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540-4DB8-BF3A-A90F314AF5D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Houston</c:v>
                </c:pt>
              </c:strCache>
            </c:strRef>
          </c:tx>
          <c:invertIfNegative val="1"/>
          <c:cat>
            <c:strRef>
              <c:f>Sheet1!$A$2:$A$9</c:f>
              <c:strCache>
                <c:ptCount val="8"/>
                <c:pt idx="0">
                  <c:v>Couches</c:v>
                </c:pt>
                <c:pt idx="1">
                  <c:v>Side Chairs</c:v>
                </c:pt>
                <c:pt idx="2">
                  <c:v>Dining Tables</c:v>
                </c:pt>
                <c:pt idx="3">
                  <c:v>Dining Chairs</c:v>
                </c:pt>
                <c:pt idx="4">
                  <c:v>Beds</c:v>
                </c:pt>
                <c:pt idx="5">
                  <c:v>Desks</c:v>
                </c:pt>
                <c:pt idx="6">
                  <c:v>Living Room Chairs</c:v>
                </c:pt>
                <c:pt idx="7">
                  <c:v>Coffee Tables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41558</c:v>
                </c:pt>
                <c:pt idx="1">
                  <c:v>64244</c:v>
                </c:pt>
                <c:pt idx="2">
                  <c:v>49674</c:v>
                </c:pt>
                <c:pt idx="3">
                  <c:v>48510</c:v>
                </c:pt>
                <c:pt idx="4">
                  <c:v>48128</c:v>
                </c:pt>
                <c:pt idx="5">
                  <c:v>57828</c:v>
                </c:pt>
                <c:pt idx="6">
                  <c:v>59020</c:v>
                </c:pt>
                <c:pt idx="7">
                  <c:v>46755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540-4DB8-BF3A-A90F314AF5DF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Denver</c:v>
                </c:pt>
              </c:strCache>
            </c:strRef>
          </c:tx>
          <c:invertIfNegative val="1"/>
          <c:cat>
            <c:strRef>
              <c:f>Sheet1!$A$2:$A$9</c:f>
              <c:strCache>
                <c:ptCount val="8"/>
                <c:pt idx="0">
                  <c:v>Couches</c:v>
                </c:pt>
                <c:pt idx="1">
                  <c:v>Side Chairs</c:v>
                </c:pt>
                <c:pt idx="2">
                  <c:v>Dining Tables</c:v>
                </c:pt>
                <c:pt idx="3">
                  <c:v>Dining Chairs</c:v>
                </c:pt>
                <c:pt idx="4">
                  <c:v>Beds</c:v>
                </c:pt>
                <c:pt idx="5">
                  <c:v>Desks</c:v>
                </c:pt>
                <c:pt idx="6">
                  <c:v>Living Room Chairs</c:v>
                </c:pt>
                <c:pt idx="7">
                  <c:v>Coffee Tables</c:v>
                </c:pt>
              </c:strCache>
            </c:strRef>
          </c:cat>
          <c:val>
            <c:numRef>
              <c:f>Sheet1!$F$2:$F$9</c:f>
              <c:numCache>
                <c:formatCode>General</c:formatCode>
                <c:ptCount val="8"/>
                <c:pt idx="0">
                  <c:v>45821</c:v>
                </c:pt>
                <c:pt idx="1">
                  <c:v>57438</c:v>
                </c:pt>
                <c:pt idx="2">
                  <c:v>71756</c:v>
                </c:pt>
                <c:pt idx="3">
                  <c:v>79353</c:v>
                </c:pt>
                <c:pt idx="4">
                  <c:v>48566</c:v>
                </c:pt>
                <c:pt idx="5">
                  <c:v>34310</c:v>
                </c:pt>
                <c:pt idx="6">
                  <c:v>40304</c:v>
                </c:pt>
                <c:pt idx="7">
                  <c:v>30007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540-4DB8-BF3A-A90F314AF5DF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Seattle</c:v>
                </c:pt>
              </c:strCache>
            </c:strRef>
          </c:tx>
          <c:invertIfNegative val="1"/>
          <c:cat>
            <c:strRef>
              <c:f>Sheet1!$A$2:$A$9</c:f>
              <c:strCache>
                <c:ptCount val="8"/>
                <c:pt idx="0">
                  <c:v>Couches</c:v>
                </c:pt>
                <c:pt idx="1">
                  <c:v>Side Chairs</c:v>
                </c:pt>
                <c:pt idx="2">
                  <c:v>Dining Tables</c:v>
                </c:pt>
                <c:pt idx="3">
                  <c:v>Dining Chairs</c:v>
                </c:pt>
                <c:pt idx="4">
                  <c:v>Beds</c:v>
                </c:pt>
                <c:pt idx="5">
                  <c:v>Desks</c:v>
                </c:pt>
                <c:pt idx="6">
                  <c:v>Living Room Chairs</c:v>
                </c:pt>
                <c:pt idx="7">
                  <c:v>Coffee Tables</c:v>
                </c:pt>
              </c:strCache>
            </c:strRef>
          </c:cat>
          <c:val>
            <c:numRef>
              <c:f>Sheet1!$G$2:$G$9</c:f>
              <c:numCache>
                <c:formatCode>General</c:formatCode>
                <c:ptCount val="8"/>
                <c:pt idx="0">
                  <c:v>39713</c:v>
                </c:pt>
                <c:pt idx="1">
                  <c:v>66093</c:v>
                </c:pt>
                <c:pt idx="2">
                  <c:v>46135</c:v>
                </c:pt>
                <c:pt idx="3">
                  <c:v>46152</c:v>
                </c:pt>
                <c:pt idx="4">
                  <c:v>53314</c:v>
                </c:pt>
                <c:pt idx="5">
                  <c:v>27535</c:v>
                </c:pt>
                <c:pt idx="6">
                  <c:v>22383</c:v>
                </c:pt>
                <c:pt idx="7">
                  <c:v>59995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540-4DB8-BF3A-A90F314AF5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r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Excel Charts &amp; Data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78BFA"/>
                </a:solidFill>
              </a:defRPr>
            </a:pPr>
            <a:r>
              <a:t>Ch_01_ChartEssentials_test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Generated by InsightSheet</a:t>
            </a:r>
          </a:p>
          <a:p>
            <a:r>
              <a:t>14 sheets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DataSelection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78BFA"/>
                </a:solidFill>
              </a:defRPr>
            </a:pPr>
            <a:r>
              <a:t>1 chart(s) • 23 rows • 11 columns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DataSelection - Data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14400"/>
          <a:ext cx="8412480" cy="536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World-wide Sales - Millions of Dollars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% of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Domestic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=SUM(B4:G4)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=H4/$H$8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=SUM(B5:G5)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=H5/$H$8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=SUM(B6:G6)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=H6/$H$8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Latin America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=SUM(B7:G7)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=H7/$H$8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=SUM(B4:B7)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=SUM(C4:C7)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=SUM(D4:D7)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=SUM(E4:E7)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=SUM(F4:F7)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=SUM(G4:G7)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=SUM(H4:H7)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=SUM(I4:I7)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=AVERAGE(B4:B7)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=AVERAGE(C4:C7)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=AVERAGE(D4:D7)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=AVERAGE(E4:E7)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=AVERAGE(F4:F7)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=AVERAGE(G4:G7)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=AVERAGE(H4:H7)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DataSelection - Regional Sales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914400"/>
          <a:ext cx="82296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ChartData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78BFA"/>
                </a:solidFill>
              </a:defRPr>
            </a:pPr>
            <a:r>
              <a:t>0 chart(s) • 53 rows • 11 columns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ChartData - Data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14400"/>
          <a:ext cx="84124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Sports Division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World-wide Sales - Millions of Dollars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% of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Domestic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=SUM(B5:G5)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=H5/$H$10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=SUM(B6:G6)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=H6/$H$10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=SUM(B7:G7)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=H7/$H$10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Latin America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=SUM(B8:G8)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=H8/$H$10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=SUM(B5:B8)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=SUM(C5:C8)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=SUM(D5:D8)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=SUM(E5:E8)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=SUM(F5:F8)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=SUM(G5:G8)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=SUM(B10:G10)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=SUM(I5:I9)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=AVERAGE(B5:B8)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=AVERAGE(C5:C8)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=AVERAGE(D5:D8)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=AVERAGE(E5:E8)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=AVERAGE(F5:F8)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=AVERAGE(G5:G8)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=AVERAGE(H5:H8)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ColumnChart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78BFA"/>
                </a:solidFill>
              </a:defRPr>
            </a:pPr>
            <a:r>
              <a:t>6 chart(s) • 11 rows • 11 columns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ColumnChart - Data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14400"/>
          <a:ext cx="84124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Taylor Associates Home Products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World-wide Sales - Millions of Dollars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% of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Domestic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=SUM(B5:G5)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=H5/$H$10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=SUM(B6:G6)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=H6/$H$10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=SUM(B7:G7)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=H7/$H$10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Latin America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=SUM(B8:G8)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=H8/$H$10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=SUM(B5:B8)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=SUM(C5:C8)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=SUM(D5:D8)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=SUM(E5:E8)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=SUM(F5:F8)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=SUM(G5:G8)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=SUM(B10:G10)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=SUM(I5:I9)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=AVERAGE(B5:B8)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=AVERAGE(C5:C8)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=AVERAGE(D5:D8)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=AVERAGE(E5:E8)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=AVERAGE(F5:F8)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=AVERAGE(G5:G8)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=AVERAGE(H5:H8)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ColumnChart - Regional Sales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914400"/>
          <a:ext cx="82296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ColumnChart - 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914400"/>
          <a:ext cx="82296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ColumnChart - 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914400"/>
          <a:ext cx="82296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ColumnChart - 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914400"/>
          <a:ext cx="82296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ColumnChart -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F4444"/>
                </a:solidFill>
              </a:defRPr>
            </a:pPr>
            <a:r>
              <a:t>⚠️ Error creating BarChart3D: XML writer for chart type THREE_D_BAR_CLUSTERED (60) not yet implemented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ColumnChart -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F4444"/>
                </a:solidFill>
              </a:defRPr>
            </a:pPr>
            <a:r>
              <a:t>⚠️ Error creating BarChart3D: XML writer for chart type THREE_D_BAR_CLUSTERED (60) not yet implemented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Line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78BFA"/>
                </a:solidFill>
              </a:defRPr>
            </a:pPr>
            <a:r>
              <a:t>1 chart(s) • 34 rows • 14 columns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Line Chart - Data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14400"/>
          <a:ext cx="8412480" cy="761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Month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Sales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2018-01-01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1592398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=CHOOSE(MONTH(A2),"January","February","March","Ap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=CHOOSE(MONTH(INDEX(A:A,COUNTA(A:A))),"January","F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="Home Product Sales - "&amp;E2&amp;" "&amp;YEAR(A2)&amp;" - "&amp;F2&amp;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2018-02-01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1597197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2018-03-01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1666080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2018-04-01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2484340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2018-05-01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2669994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2018-06-01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5081937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2018-07-01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3360840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2018-08-01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6989238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2018-09-01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7729650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2018-10-01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6038549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2018-11-01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5484312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2018-12-01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8551452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2019-01-01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8238174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2019-02-01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8831025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2019-03-01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6924096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2019-04-01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13085376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2019-05-01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8230572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2019-06-01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12352014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2019-07-01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8246180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Line Chart -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F4444"/>
                </a:solidFill>
              </a:defRPr>
            </a:pPr>
            <a:r>
              <a:t>⚠️ Chart type 'LineChart' detected but data extraction failed.</a:t>
            </a:r>
          </a:p>
          <a:p>
            <a:r>
              <a:t>Consider using Windows backend with Excel COM for best results.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PieChart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78BFA"/>
                </a:solidFill>
              </a:defRPr>
            </a:pPr>
            <a:r>
              <a:t>3 chart(s) • 11 rows • 11 columns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PieChart - Data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14400"/>
          <a:ext cx="84124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World-wide Sales - Millions of Dollars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% of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Domestic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=SUM(B5:G5)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=H5/$H$10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=SUM(B6:G6)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=H6/$H$10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=SUM(B7:G7)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=H7/$H$10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Latin America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=SUM(B8:G8)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=H8/$H$10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=SUM(B5:B8)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=SUM(C5:C8)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=SUM(D5:D8)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=SUM(E5:E8)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=SUM(F5:F8)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=SUM(G5:G8)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=SUM(B10:G10)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=SUM(I5:I9)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=AVERAGE(B5:B8)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=AVERAGE(C5:C8)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=AVERAGE(D5:D8)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=AVERAGE(E5:E8)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=AVERAGE(F5:F8)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=AVERAGE(G5:G8)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=AVERAGE(H5:H8)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PieChart - Regional Sales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914400"/>
          <a:ext cx="82296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PieChart - Domestic  Sales in Millions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F4444"/>
                </a:solidFill>
              </a:defRPr>
            </a:pPr>
            <a:r>
              <a:t>⚠️ Error creating PieChart3D: XML writer for chart type THREE_D_PIE (-4102) not yet implemented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PieChart - Domestic  Sales in Millions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914400"/>
          <a:ext cx="82296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BarChart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78BFA"/>
                </a:solidFill>
              </a:defRPr>
            </a:pPr>
            <a:r>
              <a:t>5 chart(s) • 11 rows • 11 columns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BarChart - Data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14400"/>
          <a:ext cx="84124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Sports Division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World-wide Sales - Millions of Dollars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% of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Domestic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=SUM(B5:G5)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=H5/$H$10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=SUM(B6:G6)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=H6/$H$10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=SUM(B7:G7)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=H7/$H$10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Latin America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=SUM(B8:G8)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=H8/$H$10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=SUM(B5:B8)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=SUM(C5:C8)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=SUM(D5:D8)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=SUM(E5:E8)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=SUM(F5:F8)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=SUM(G5:G8)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=SUM(B10:G10)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=SUM(I5:I9)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=AVERAGE(B5:B8)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=AVERAGE(C5:C8)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=AVERAGE(D5:D8)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=AVERAGE(E5:E8)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=AVERAGE(F5:F8)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=AVERAGE(G5:G8)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=AVERAGE(H5:H8)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BarChart - Regional Sales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914400"/>
          <a:ext cx="82296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BarChart - 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914400"/>
          <a:ext cx="82296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BarChart - 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914400"/>
          <a:ext cx="82296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BarChart - 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914400"/>
          <a:ext cx="82296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BarChart -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F4444"/>
                </a:solidFill>
              </a:defRPr>
            </a:pPr>
            <a:r>
              <a:t>⚠️ Error creating BarChart3D: XML writer for chart type THREE_D_BAR_CLUSTERED (60) not yet implemented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AreaChart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78BFA"/>
                </a:solidFill>
              </a:defRPr>
            </a:pPr>
            <a:r>
              <a:t>1 chart(s) • 31 rows • 14 columns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AreaChart - Data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14400"/>
          <a:ext cx="84124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Month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Sales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2014-01-01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1591172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=CHOOSE(MONTH(A2),"January","February","March","Ap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=CHOOSE(MONTH(INDEX(A:A,COUNTA(A:A))),"January","F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="Home Product Sales - "&amp;E2&amp;" "&amp;YEAR(A2)&amp;" - "&amp;F2&amp;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2014-02-01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1595590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2014-03-01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1664153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2014-04-01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2482664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2014-05-01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2668282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2014-06-01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5080792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2014-07-01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3359132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2014-08-01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6987794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2014-09-01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7728080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2014-10-01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6036958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2014-11-01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5483065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2014-12-01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8549949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2015-01-01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8236602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2015-02-01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8829099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2015-03-01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6922595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2015-04-01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13083902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2015-05-01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8229279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2015-06-01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12350562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2015-07-01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8244997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AreaChart -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F4444"/>
                </a:solidFill>
              </a:defRPr>
            </a:pPr>
            <a:r>
              <a:t>⚠️ Chart type 'AreaChart' detected but data extraction failed.</a:t>
            </a:r>
          </a:p>
          <a:p>
            <a:r>
              <a:t>Consider using Windows backend with Excel COM for best results.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Scatter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78BFA"/>
                </a:solidFill>
              </a:defRPr>
            </a:pPr>
            <a:r>
              <a:t>2 chart(s) • 100 rows • 13 columns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Scatter Chart - Data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14400"/>
          <a:ext cx="84124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10K Race Results - 99 Participants - Age vs Time 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00:45:49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00:47:33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0.0798611111111111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00:47:50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0.03125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00:48:35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0.006944444444444444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00:49:45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00:50:02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00:50:27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00:50:35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00:51:36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00:53:20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00:53:42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00:53:48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00:53:50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00:54:00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00:54:26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00:54:32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00:54:52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00:55:00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00:55:37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Scatter Chart -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F4444"/>
                </a:solidFill>
              </a:defRPr>
            </a:pPr>
            <a:r>
              <a:t>⚠️ Chart type 'ScatterChart' detected but data extraction failed.</a:t>
            </a:r>
          </a:p>
          <a:p>
            <a:r>
              <a:t>Consider using Windows backend with Excel COM for best results.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Scatter Chart -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F4444"/>
                </a:solidFill>
              </a:defRPr>
            </a:pPr>
            <a:r>
              <a:t>⚠️ Chart type 'LineChart' detected but data extraction failed.</a:t>
            </a:r>
          </a:p>
          <a:p>
            <a:r>
              <a:t>Consider using Windows backend with Excel COM for best results.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Combo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78BFA"/>
                </a:solidFill>
              </a:defRPr>
            </a:pPr>
            <a:r>
              <a:t>1 chart(s) • 13 rows • 3 columns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Combo - Data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14400"/>
          <a:ext cx="84124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6861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Month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Miles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MPG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8670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24.5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6396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22.3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25.9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4797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37.1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8826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6675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21.5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8616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15.5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25.5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5718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5226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26.4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686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5943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23.3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Combo - BarChart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914400"/>
          <a:ext cx="82296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TreeMap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78BFA"/>
                </a:solidFill>
              </a:defRPr>
            </a:pPr>
            <a:r>
              <a:t>0 chart(s) • 34 rows • 3 columns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TreeMap - Data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14400"/>
          <a:ext cx="84124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Department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Comp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Contract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990708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Full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1488549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Half-Time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428420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Hourly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252009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Executive Education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Contract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425155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Executive Education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Full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215371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Executive Education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Half-Time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42861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Executive Education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Hourly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90194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Logistics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Contract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375989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Logistics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Full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1006681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Logistics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Half-Time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264615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Manufacturing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Contract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2402201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Manufacturing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Full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4079383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Manufacturing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Half-Time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593051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Manufacturing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Hourly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628511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Contract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315705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Full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1073859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Half-Time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603057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Peptide Chemistry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Contract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384636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Sunburst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78BFA"/>
                </a:solidFill>
              </a:defRPr>
            </a:pPr>
            <a:r>
              <a:t>0 chart(s) • 30 rows • 3 columns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Sunburst - Data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14400"/>
          <a:ext cx="84124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Department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Comp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Contract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990708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Logistics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375989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Manufacturing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2402201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315705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Peptide Chemistry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384636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Process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385199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Quality Assurance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579079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Quality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1661631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1488549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Full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Logistics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1006681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Manufacturing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4079383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1073859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Peptide Chemistry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350899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Process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1204283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Quality Assurance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2382635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Quality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2310852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428420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Logistics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264615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Half-Time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Manufacturing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593051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YearData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78BFA"/>
                </a:solidFill>
              </a:defRPr>
            </a:pPr>
            <a:r>
              <a:t>4 chart(s) • 31 rows • 25 columns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YearData - Data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14400"/>
          <a:ext cx="84124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World-wide Sales - Millions of Dollars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Domestic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=SUM(B4:D4)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=SUM(B5:D5)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=SUM(B6:D6)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=SUM(B7:D7)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=SUM(B8:D8)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=SUM(B9:D9)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=SUM(B10:D10)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=SUM(B11:D11)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=SUM(B12:D12)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=SUM(B13:D13)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=SUM(B14:D14)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=SUM(B15:D15)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=SUM(B4:B15)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=SUM(C4:C15)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=SUM(D4:D15)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=SUM(B17:D17)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% of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=B17/$E$17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=C17/$E$17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=D17/$E$17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YearData - BarChart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914400"/>
          <a:ext cx="82296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YearData - LineChart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914400"/>
          <a:ext cx="82296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YearData - BarChart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914400"/>
          <a:ext cx="82296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YearData -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F4444"/>
                </a:solidFill>
              </a:defRPr>
            </a:pPr>
            <a:r>
              <a:t>⚠️ Error creating PieChart3D: XML writer for chart type THREE_D_PIE (-4102) not yet implemented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CitySales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78BFA"/>
                </a:solidFill>
              </a:defRPr>
            </a:pPr>
            <a:r>
              <a:t>1 chart(s) • 32 rows • 9 columns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CitySales - Data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14400"/>
          <a:ext cx="84124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4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4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4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47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347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Sales First Quarter - by Item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Item 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Boston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New York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Chicago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Houston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Denver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Seattle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Los Angeles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Couches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50559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32050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41185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41558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45821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39713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40960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Side Chairs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39758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48144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57530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64244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57438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66093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66117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Dining Tables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82217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77194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57263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49674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71756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46135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53910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Dining Chairs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57714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60781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65965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48510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79353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46152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63273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Beds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48845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55733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52822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48128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48566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53314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49278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Desks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42815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48405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33410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57828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34310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27535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39670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Living Room Chairs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44270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35999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38020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59020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40304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22383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50602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Coffee Tables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59937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35476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69535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46755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30007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59995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35520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CitySales - 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914400"/>
          <a:ext cx="82296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Sheet1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78BFA"/>
                </a:solidFill>
              </a:defRPr>
            </a:pPr>
            <a:r>
              <a:t>0 chart(s) • 1 rows • 1 columns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Sheet1 - Data Overview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2294</Words>
  <Application>Microsoft Office PowerPoint</Application>
  <PresentationFormat>On-screen Show (4:3)</PresentationFormat>
  <Paragraphs>851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Sumit A</dc:creator>
  <cp:keywords/>
  <dc:description>generated using python-pptx</dc:description>
  <cp:lastModifiedBy>Sumit A</cp:lastModifiedBy>
  <cp:revision>1</cp:revision>
  <dcterms:created xsi:type="dcterms:W3CDTF">2013-01-27T09:14:16Z</dcterms:created>
  <dcterms:modified xsi:type="dcterms:W3CDTF">2025-11-12T13:05:27Z</dcterms:modified>
  <cp:category/>
</cp:coreProperties>
</file>